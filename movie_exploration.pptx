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Arial"/>
              </a:rPr>
              <a:t>Average IMDB rating (genres with 1,000+ rated movies)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IMDB rating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Documentary</c:v>
                  </c:pt>
                  <c:pt idx="1">
                    <c:v>Biography</c:v>
                  </c:pt>
                  <c:pt idx="2">
                    <c:v>Music</c:v>
                  </c:pt>
                  <c:pt idx="3">
                    <c:v>History</c:v>
                  </c:pt>
                  <c:pt idx="4">
                    <c:v>Sport</c:v>
                  </c:pt>
                  <c:pt idx="5">
                    <c:v>Drama</c:v>
                  </c:pt>
                  <c:pt idx="6">
                    <c:v>Comedy</c:v>
                  </c:pt>
                  <c:pt idx="7">
                    <c:v>Action</c:v>
                  </c:pt>
                  <c:pt idx="8">
                    <c:v>Thriller</c:v>
                  </c:pt>
                  <c:pt idx="9">
                    <c:v>Sci-Fi</c:v>
                  </c:pt>
                  <c:pt idx="10">
                    <c:v>Horror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7.32</c:v>
                </c:pt>
                <c:pt idx="1">
                  <c:v>7.17</c:v>
                </c:pt>
                <c:pt idx="2">
                  <c:v>7.07</c:v>
                </c:pt>
                <c:pt idx="3">
                  <c:v>7.05</c:v>
                </c:pt>
                <c:pt idx="4">
                  <c:v>6.96</c:v>
                </c:pt>
                <c:pt idx="5">
                  <c:v>6.39</c:v>
                </c:pt>
                <c:pt idx="6">
                  <c:v>6.01</c:v>
                </c:pt>
                <c:pt idx="7">
                  <c:v>5.78</c:v>
                </c:pt>
                <c:pt idx="8">
                  <c:v>5.59</c:v>
                </c:pt>
                <c:pt idx="9">
                  <c:v>5.43</c:v>
                </c:pt>
                <c:pt idx="10">
                  <c:v>4.93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audiences love vs. what do they watch?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IMDB movies released 2010–2019 with SQL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findings: rating and popularity pull apart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146K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94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but only 73.9K have a rating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 vs 4.9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194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(Documentary) vs worst (Horror) average rating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2801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vs 242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194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votes: Documentary vs Action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(28K), Documentary (16K) and Comedy (15K) are the biggest genres among rated movies.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Documentary, Biography and History rate highest but draw the fewest votes.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Thriller and Crime rate in the middle but draw the most votes.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Niche genres win on quality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00800" y="1280160"/>
            <a:ext cx="2286000" cy="3291840"/>
          </a:xfrm>
          <a:prstGeom prst="roundRect">
            <a:avLst>
              <a:gd name="adj" fmla="val 48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37960" y="1371600"/>
            <a:ext cx="2011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votes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Documentary: 21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Biography: 41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Drama: 85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Thriller: 165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242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 and data cleaning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genres combine above-average ratings with above-average audience engagement, and does runtime change that picture?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09728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tasks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titles after 2019 (one is dated 2115)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nulls: runtime (31.7K), genres (5.4K), ratings (half of titles)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comma-separated genres into one row each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runtime outliers (3 to 51,420 min)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minimum vote count for ratings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titles; standardize region codes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2026-10-29T17:32:40Z</dcterms:created>
  <dcterms:modified xsi:type="dcterms:W3CDTF">2026-10-29T17:32:40Z</dcterms:modified>
</cp:coreProperties>
</file>